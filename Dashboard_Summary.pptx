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pic>
        <p:nvPicPr>
          <p:cNvPr id="4" name="Image 0" descr="/home/claude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21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Financial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for business stakeholders, built on the Financial Sample dataset (700 transactions, FY2013–FY2014)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10881360" cy="11887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5138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520440" y="5138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$16.9M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52044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17920" y="5138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1792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915400" y="5138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+250%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15400" y="5687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SALES GROWTH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EAF1F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/home/claud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" y="160934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/home/claude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286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that helps business stakeholders quickly understand sales performance, profitability, and growth trends — without needing to dig through raw spreadsheets.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44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977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Sample dataset (Kaggle-style sales/financial data)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transaction records, FY2013–FY2014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customer segments, 5 countries, 6 product lines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144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14400" y="5623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custom interactive web dashboard (HTML / JavaScript / Chart.js) as a free alternative to Power BI / Tableau Desktop — same outcome, zero installation required.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12648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Applied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400800" y="22402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icons/bulls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32257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KPIs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0" y="25877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Margin %, Growth — the metrics stakeholders actually act 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06840" y="22402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/home/claude/icons/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232257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64040" y="22128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006840" y="25877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Segment, Country &amp; Product filters update every chart instantly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0" y="3474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/home/claude/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557016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5800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00800" y="3822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line reveals seasonality and growth patterns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006840" y="3474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5" descr="/home/claude/icons/dolla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3557016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464040" y="3447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&amp; Totals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006840" y="38221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KPI cards summarize the whole dataset at a glance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0" y="47091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6" descr="/home/claude/icons/palett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3096" y="479145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Theme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6400800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navy/ice-blue palette used across every chart and page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9006840" y="47091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7" descr="/home/claude/icons/sitema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9136" y="4791456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46404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38" name="Text 28"/>
          <p:cNvSpPr/>
          <p:nvPr/>
        </p:nvSpPr>
        <p:spPr>
          <a:xfrm>
            <a:off x="9006840" y="5056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Two-page structure: Overview and Product &amp; Market Detail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 |  Data Analyst Internship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Overview Page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sales &amp; profit trend, and breakdowns by segment, country, and product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solidFill>
            <a:srgbClr val="EAF1FD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dashboard/screenshot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08760"/>
            <a:ext cx="1060704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 |  Data Analyst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Product &amp; Market Detail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vs. profit by product, unit volumes, and the full sortable transaction 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solidFill>
            <a:srgbClr val="EAF1FD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dashboard/screenshot_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508760"/>
            <a:ext cx="1060704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 |  Data Analyst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business stakeholders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Year-over-Year Growth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31343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from $26.4M in 2013 to $92.3M in 2014 — roughly 250% growth, with profit growing 236% over the same period.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Leads, but Concentration Risk Exists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0800" y="231343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segment drives $52.5M in sales (44% of total) — more than double the next-largest segment, Small Business.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doll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251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Is Eroding Margin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64515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drops from ~22% with no discount to under 10% on “High” discount-band deals — discounting is not paying for itself in volume.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93192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tab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32511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Is the Revenue Leader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00800" y="4645152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 generates $33.0M in sales, more than any other product line, and outsells the next-closest product (VTT) by over 60%.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 |  Data Analyst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pic>
        <p:nvPicPr>
          <p:cNvPr id="3" name="Image 0" descr="/home/claude/icons/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94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527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KPIs that map directly to business questions (growth, profitability, volume) rather than just displaying raw numbers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239572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interactivity (filters/slicers) matters — it lets one dashboard serve many different stakeholder questions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 strategy and profit margin interact — a dashboard can surface a finding a flat spreadsheet would hide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413308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a multi-page dashboard with clear navigation so it doesn't overwhelm a single screen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icons/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1500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54864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dataset, screenshots &amp; README available in the GitHub repository for this task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Financial Dashboard Summary</dc:title>
  <dc:subject>PptxGenJS Presentation</dc:subject>
  <dc:creator>Data Analyst Intern</dc:creator>
  <cp:lastModifiedBy>Data Analyst Intern</cp:lastModifiedBy>
  <cp:revision>1</cp:revision>
  <dcterms:created xsi:type="dcterms:W3CDTF">2026-06-20T10:14:54Z</dcterms:created>
  <dcterms:modified xsi:type="dcterms:W3CDTF">2026-06-20T10:14:54Z</dcterms:modified>
</cp:coreProperties>
</file>